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DD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2B2723"/>
                </a:solidFill>
                <a:latin typeface="STSong"/>
              </a:rPr>
              <a:t>游 医 天 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4A443D"/>
                </a:solidFill>
                <a:latin typeface="STSong"/>
              </a:rPr>
              <a:t>白描水墨 · 五脏五色 · 中医诊疗叙事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9C7B3F"/>
                </a:solidFill>
                <a:latin typeface="STSong"/>
              </a:rPr>
              <a:t>九境地图 · 类手工白描场景 · 望色归脏 · 五脏显影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11480"/>
            <a:ext cx="11365992" cy="6035040"/>
          </a:xfrm>
          <a:prstGeom prst="rect">
            <a:avLst/>
          </a:prstGeom>
          <a:noFill/>
          <a:ln w="1905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20116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A9A9A"/>
                </a:solidFill>
                <a:latin typeface="STSong"/>
              </a:rPr>
              <a:t>制作人：AnnabelleXu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7B3F"/>
                </a:solidFill>
                <a:latin typeface="Arial"/>
              </a:rPr>
              <a:t>01 /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515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723"/>
                </a:solidFill>
                <a:latin typeface="STSong"/>
              </a:rPr>
              <a:t>产品定位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46304" cy="502920"/>
          </a:xfrm>
          <a:prstGeom prst="rect">
            <a:avLst/>
          </a:prstGeom>
          <a:solidFill>
            <a:srgbClr val="A3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品类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以中医「五脏五色」学说为核心的国风叙事解谜游戏，将传统诊疗化为可玩机制。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美术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白描水墨 + 低多边形立体，黑白山水意境与现代程序化美术相融合。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形态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上帝视角九境地图探索，每境一座 Three.js 实时渲染的类手工白描场景，循河而上次第解锁。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6576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受众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国风文化爱好者、中医科普人群、叙事与解谜游戏玩家；兼具娱乐与文化传播价值。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6576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50292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差异化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把「处方」变成可操作的五行调色系统，以望色归脏与五脏显影承载叙事，而非传统战斗驱动。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50292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价值主张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在游戏里读懂五脏五色，用「拟方」改变世界，以一介游医之眼遍历九境时疫。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0292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20116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A9A9A"/>
                </a:solidFill>
                <a:latin typeface="STSong"/>
              </a:rPr>
              <a:t>制作人：AnnabelleXu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7B3F"/>
                </a:solidFill>
                <a:latin typeface="Arial"/>
              </a:rPr>
              <a:t>02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515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723"/>
                </a:solidFill>
                <a:latin typeface="STSong"/>
              </a:rPr>
              <a:t>核心技术应用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46304" cy="502920"/>
          </a:xfrm>
          <a:prstGeom prst="rect">
            <a:avLst/>
          </a:prstGeom>
          <a:solidFill>
            <a:srgbClr val="A3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Three.js 实时渲染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程序化占位 + glTF 加载，类手工白描场景的雾色、灯光随组方实时变化，构建可交互世界。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glTF 资产加载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支持外部模型导入与程序化占位，人物与场景可平滑替换升级。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五脏五色组方系统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数据驱动的状态映射：五色剂量实时作用于场景雾色、灯光与角色腰带色。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6576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望色归脏推演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拍照上传 → 五色归脏 → 拟方推演，并结合八字四柱参定先天体质与取向。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6576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50292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手工级五脏显影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角色身上实时显影「五色入五脏」，把中医理论具象化为可视反馈。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50292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轻量前端架构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importmap + ES Modules，零构建即可在浏览器运行，便于演示与分发。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0292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20116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A9A9A"/>
                </a:solidFill>
                <a:latin typeface="STSong"/>
              </a:rPr>
              <a:t>制作人：AnnabelleXu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7B3F"/>
                </a:solidFill>
                <a:latin typeface="Arial"/>
              </a:rPr>
              <a:t>03 / CREATIVITY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515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723"/>
                </a:solidFill>
                <a:latin typeface="STSong"/>
              </a:rPr>
              <a:t>游戏创意点说明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46304" cy="502920"/>
          </a:xfrm>
          <a:prstGeom prst="rect">
            <a:avLst/>
          </a:prstGeom>
          <a:solidFill>
            <a:srgbClr val="A3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拟方即调色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将中医处方抽象为「肝青/心赤/脾黄/肺白/肾黑」五色剂量，用调色盘代替开方。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五脏显影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角色身上实时显影「五色入五脏」的疗效反馈，具象化中医理论，可开合查看。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望色归脏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上传一张照片，依「五色入五脏」推演归脏并拟方，把望诊变成可玩机制。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6576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环境即反馈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场景雾色、灯光、腰带色随组方实时晕染，让「药效」可见可感。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6576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50292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九境叙事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上帝视角地图循河解锁，九境各有偏性，组方施治串起整段行医治验。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50292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白描 × 立体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类手工白描线稿质感叠加低多边形立体空间，形成独特的中式极简视觉语言。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0292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20116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A9A9A"/>
                </a:solidFill>
                <a:latin typeface="STSong"/>
              </a:rPr>
              <a:t>制作人：AnnabelleXu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7B3F"/>
                </a:solidFill>
                <a:latin typeface="Arial"/>
              </a:rPr>
              <a:t>04 / GAMEPLAY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515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723"/>
                </a:solidFill>
                <a:latin typeface="STSong"/>
              </a:rPr>
              <a:t>核心玩法说明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46304" cy="502920"/>
          </a:xfrm>
          <a:prstGeom prst="rect">
            <a:avLst/>
          </a:prstGeom>
          <a:solidFill>
            <a:srgbClr val="A3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2240280" cy="2194560"/>
          </a:xfrm>
          <a:prstGeom prst="roundRect">
            <a:avLst/>
          </a:prstGeom>
          <a:solidFill>
            <a:srgbClr val="F5F1E7"/>
          </a:solidFill>
          <a:ln w="15875">
            <a:solidFill>
              <a:srgbClr val="9C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164592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9C7B3F"/>
                </a:solidFill>
                <a:latin typeface="STSong"/>
              </a:rPr>
              <a:t>壹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A33A32"/>
                </a:solidFill>
                <a:latin typeface="STSong"/>
              </a:rPr>
              <a:t>探图解锁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上帝视角九境地图，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循河而上逐境解锁。</a:t>
            </a:r>
          </a:p>
        </p:txBody>
      </p:sp>
      <p:sp>
        <p:nvSpPr>
          <p:cNvPr id="7" name="Chevron 6"/>
          <p:cNvSpPr/>
          <p:nvPr/>
        </p:nvSpPr>
        <p:spPr>
          <a:xfrm>
            <a:off x="2816352" y="3337560"/>
            <a:ext cx="201168" cy="457200"/>
          </a:xfrm>
          <a:prstGeom prst="chevron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53512" y="2468880"/>
            <a:ext cx="2240280" cy="2194560"/>
          </a:xfrm>
          <a:prstGeom prst="roundRect">
            <a:avLst/>
          </a:prstGeom>
          <a:solidFill>
            <a:srgbClr val="F5F1E7"/>
          </a:solidFill>
          <a:ln w="15875">
            <a:solidFill>
              <a:srgbClr val="9C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164592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9C7B3F"/>
                </a:solidFill>
                <a:latin typeface="STSong"/>
              </a:rPr>
              <a:t>贰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A33A32"/>
                </a:solidFill>
                <a:latin typeface="STSong"/>
              </a:rPr>
              <a:t>入境观察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进入类手工白描场景，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观察环境与人物气色，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判断该境偏性。</a:t>
            </a:r>
          </a:p>
        </p:txBody>
      </p:sp>
      <p:sp>
        <p:nvSpPr>
          <p:cNvPr id="9" name="Chevron 8"/>
          <p:cNvSpPr/>
          <p:nvPr/>
        </p:nvSpPr>
        <p:spPr>
          <a:xfrm>
            <a:off x="5175504" y="3337560"/>
            <a:ext cx="201168" cy="457200"/>
          </a:xfrm>
          <a:prstGeom prst="chevron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12664" y="2468880"/>
            <a:ext cx="2240280" cy="2194560"/>
          </a:xfrm>
          <a:prstGeom prst="roundRect">
            <a:avLst/>
          </a:prstGeom>
          <a:solidFill>
            <a:srgbClr val="F5F1E7"/>
          </a:solidFill>
          <a:ln w="15875">
            <a:solidFill>
              <a:srgbClr val="9C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164592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9C7B3F"/>
                </a:solidFill>
                <a:latin typeface="STSong"/>
              </a:rPr>
              <a:t>叁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A33A32"/>
                </a:solidFill>
                <a:latin typeface="STSong"/>
              </a:rPr>
              <a:t>拟方调色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调五脏五色剂量，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实时晕染雾色、灯光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与角色腰带色。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7534656" y="3337560"/>
            <a:ext cx="201168" cy="457200"/>
          </a:xfrm>
          <a:prstGeom prst="chevron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71816" y="2468880"/>
            <a:ext cx="2240280" cy="2194560"/>
          </a:xfrm>
          <a:prstGeom prst="roundRect">
            <a:avLst/>
          </a:prstGeom>
          <a:solidFill>
            <a:srgbClr val="F5F1E7"/>
          </a:solidFill>
          <a:ln w="15875">
            <a:solidFill>
              <a:srgbClr val="9C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164592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9C7B3F"/>
                </a:solidFill>
                <a:latin typeface="STSong"/>
              </a:rPr>
              <a:t>肆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A33A32"/>
                </a:solidFill>
                <a:latin typeface="STSong"/>
              </a:rPr>
              <a:t>五脏显影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查看角色身上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五色入五脏的疗效反馈。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9893808" y="3337560"/>
            <a:ext cx="201168" cy="457200"/>
          </a:xfrm>
          <a:prstGeom prst="chevron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30968" y="2468880"/>
            <a:ext cx="2240280" cy="2194560"/>
          </a:xfrm>
          <a:prstGeom prst="roundRect">
            <a:avLst/>
          </a:prstGeom>
          <a:solidFill>
            <a:srgbClr val="F5F1E7"/>
          </a:solidFill>
          <a:ln w="15875">
            <a:solidFill>
              <a:srgbClr val="9C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164592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9C7B3F"/>
                </a:solidFill>
                <a:latin typeface="STSong"/>
              </a:rPr>
              <a:t>伍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A33A32"/>
                </a:solidFill>
                <a:latin typeface="STSong"/>
              </a:rPr>
              <a:t>望色归脏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拍照上传，五色归脏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并拟方推演，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A443D"/>
                </a:solidFill>
                <a:latin typeface="STSong"/>
              </a:rPr>
              <a:t>结合八字参定先天体质。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43D"/>
                </a:solidFill>
                <a:latin typeface="STSong"/>
              </a:rPr>
              <a:t>玩家以「游医」身份遍历九境，用一套可视化的五脏五色组方体系应对不同疫病：
每一次调色都是一次处方，每一处显影都是一次疗效，世界因你的药方而改变。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20116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A9A9A"/>
                </a:solidFill>
                <a:latin typeface="STSong"/>
              </a:rPr>
              <a:t>制作人：AnnabelleXu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7B3F"/>
                </a:solidFill>
                <a:latin typeface="Arial"/>
              </a:rPr>
              <a:t>05 / NPC · GNPC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515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723"/>
                </a:solidFill>
                <a:latin typeface="STSong"/>
              </a:rPr>
              <a:t>会聊天的药灵 · 智能体对话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46304" cy="502920"/>
          </a:xfrm>
          <a:prstGeom prst="rect">
            <a:avLst/>
          </a:prstGeom>
          <a:solidFill>
            <a:srgbClr val="A3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GNPC 智能体平台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接入腾讯云 GNPC 智能体，把五脏五色、性味归经等中医知识注入可对话 NPC。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外泌体晨光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游戏内常驻 NPC，玩家随时点开与它对话，问医理、问剧情、问组方思路。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望色归脏推演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上传照片后，它依「五色入五脏」给出归脏与拟方推演，而非空泛应答。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6576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对话驱动叙事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NPC 依剧情语境应答，让「游医行脚」的叙事随对话自然推进。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6576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50292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同源安全调用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NPC 调用经本地代理签名转发，密钥不落前端，规避 CORS 与泄露。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5029200"/>
            <a:ext cx="5029200" cy="1143000"/>
          </a:xfrm>
          <a:prstGeom prst="rect">
            <a:avLst/>
          </a:prstGeom>
          <a:solidFill>
            <a:srgbClr val="F5F1E7"/>
          </a:solidFill>
          <a:ln w="12700">
            <a:solidFill>
              <a:srgbClr val="CDC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09728"/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A33A32"/>
                </a:solidFill>
                <a:latin typeface="STSong"/>
              </a:rPr>
              <a:t>可玩化科普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443D"/>
                </a:solidFill>
                <a:latin typeface="STSong"/>
              </a:rPr>
              <a:t>把枯燥的中医术语变成可对话、可试玩的活体验，兼顾趣味与传播。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029200"/>
            <a:ext cx="54864" cy="1143000"/>
          </a:xfrm>
          <a:prstGeom prst="rect">
            <a:avLst/>
          </a:prstGeom>
          <a:solidFill>
            <a:srgbClr val="9C7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DD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20116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A9A9A"/>
                </a:solidFill>
                <a:latin typeface="STSong"/>
              </a:rPr>
              <a:t>制作人：AnnabelleXu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7B3F"/>
                </a:solidFill>
                <a:latin typeface="Arial"/>
              </a:rPr>
              <a:t>TRY / 扫码试玩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0515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723"/>
                </a:solidFill>
                <a:latin typeface="STSong"/>
              </a:rPr>
              <a:t>扫码即玩《游医天下》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46304" cy="502920"/>
          </a:xfrm>
          <a:prstGeom prst="rect">
            <a:avLst/>
          </a:prstGeom>
          <a:solidFill>
            <a:srgbClr val="A3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code_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47" y="19659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4A443D"/>
                </a:solidFill>
                <a:latin typeface="STSong"/>
              </a:rPr>
              <a:t>手机扫码进入在线试玩 · 与「外泌体晨光」对话，体验望色归脏拟方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C7B3F"/>
                </a:solidFill>
                <a:latin typeface="Arial"/>
              </a:rPr>
              <a:t>https://annabellexyq.github.io/youyi-tianxia-3d/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